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84" r:id="rId5"/>
    <p:sldId id="287" r:id="rId6"/>
    <p:sldId id="293" r:id="rId7"/>
    <p:sldId id="297" r:id="rId8"/>
    <p:sldId id="298" r:id="rId9"/>
    <p:sldId id="296" r:id="rId10"/>
    <p:sldId id="286" r:id="rId11"/>
    <p:sldId id="29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FF1904-5512-40C0-A627-5761D3A962F6}" v="23" dt="2025-02-10T07:42:31.6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899" autoAdjust="0"/>
  </p:normalViewPr>
  <p:slideViewPr>
    <p:cSldViewPr snapToGrid="0" snapToObjects="1" showGuides="1">
      <p:cViewPr varScale="1">
        <p:scale>
          <a:sx n="77" d="100"/>
          <a:sy n="77" d="100"/>
        </p:scale>
        <p:origin x="232" y="56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KALA SRAVANTHI ." userId="768655c6-7d8c-4c5c-b45f-cf8399b75a43" providerId="ADAL" clId="{8AFF1904-5512-40C0-A627-5761D3A962F6}"/>
    <pc:docChg chg="undo custSel addSld delSld modSld sldOrd">
      <pc:chgData name="MEKALA SRAVANTHI ." userId="768655c6-7d8c-4c5c-b45f-cf8399b75a43" providerId="ADAL" clId="{8AFF1904-5512-40C0-A627-5761D3A962F6}" dt="2025-02-10T07:47:54.357" v="1131" actId="20577"/>
      <pc:docMkLst>
        <pc:docMk/>
      </pc:docMkLst>
      <pc:sldChg chg="del">
        <pc:chgData name="MEKALA SRAVANTHI ." userId="768655c6-7d8c-4c5c-b45f-cf8399b75a43" providerId="ADAL" clId="{8AFF1904-5512-40C0-A627-5761D3A962F6}" dt="2025-01-30T13:31:59.717" v="736" actId="2696"/>
        <pc:sldMkLst>
          <pc:docMk/>
          <pc:sldMk cId="2831084956" sldId="261"/>
        </pc:sldMkLst>
      </pc:sldChg>
      <pc:sldChg chg="del">
        <pc:chgData name="MEKALA SRAVANTHI ." userId="768655c6-7d8c-4c5c-b45f-cf8399b75a43" providerId="ADAL" clId="{8AFF1904-5512-40C0-A627-5761D3A962F6}" dt="2025-01-30T13:32:01.335" v="737" actId="2696"/>
        <pc:sldMkLst>
          <pc:docMk/>
          <pc:sldMk cId="2011023441" sldId="262"/>
        </pc:sldMkLst>
      </pc:sldChg>
      <pc:sldChg chg="addSp delSp modSp mod">
        <pc:chgData name="MEKALA SRAVANTHI ." userId="768655c6-7d8c-4c5c-b45f-cf8399b75a43" providerId="ADAL" clId="{8AFF1904-5512-40C0-A627-5761D3A962F6}" dt="2025-01-30T13:33:05.301" v="751" actId="931"/>
        <pc:sldMkLst>
          <pc:docMk/>
          <pc:sldMk cId="4097023305" sldId="284"/>
        </pc:sldMkLst>
        <pc:picChg chg="add mod">
          <ac:chgData name="MEKALA SRAVANTHI ." userId="768655c6-7d8c-4c5c-b45f-cf8399b75a43" providerId="ADAL" clId="{8AFF1904-5512-40C0-A627-5761D3A962F6}" dt="2025-01-30T13:33:05.301" v="751" actId="931"/>
          <ac:picMkLst>
            <pc:docMk/>
            <pc:sldMk cId="4097023305" sldId="284"/>
            <ac:picMk id="5" creationId="{75E7FCDF-A1CD-D96A-47EB-FD97E0B1E78F}"/>
          </ac:picMkLst>
        </pc:picChg>
      </pc:sldChg>
      <pc:sldChg chg="del">
        <pc:chgData name="MEKALA SRAVANTHI ." userId="768655c6-7d8c-4c5c-b45f-cf8399b75a43" providerId="ADAL" clId="{8AFF1904-5512-40C0-A627-5761D3A962F6}" dt="2025-01-30T13:31:58.428" v="735" actId="2696"/>
        <pc:sldMkLst>
          <pc:docMk/>
          <pc:sldMk cId="375226397" sldId="285"/>
        </pc:sldMkLst>
      </pc:sldChg>
      <pc:sldChg chg="addSp delSp modSp mod">
        <pc:chgData name="MEKALA SRAVANTHI ." userId="768655c6-7d8c-4c5c-b45f-cf8399b75a43" providerId="ADAL" clId="{8AFF1904-5512-40C0-A627-5761D3A962F6}" dt="2025-01-30T13:31:53.101" v="734" actId="1076"/>
        <pc:sldMkLst>
          <pc:docMk/>
          <pc:sldMk cId="681978606" sldId="286"/>
        </pc:sldMkLst>
        <pc:spChg chg="mod">
          <ac:chgData name="MEKALA SRAVANTHI ." userId="768655c6-7d8c-4c5c-b45f-cf8399b75a43" providerId="ADAL" clId="{8AFF1904-5512-40C0-A627-5761D3A962F6}" dt="2025-01-30T13:17:11.667" v="418" actId="20577"/>
          <ac:spMkLst>
            <pc:docMk/>
            <pc:sldMk cId="681978606" sldId="286"/>
            <ac:spMk id="2" creationId="{830B3421-27E8-64F7-C72E-A20B3B5BFD28}"/>
          </ac:spMkLst>
        </pc:spChg>
        <pc:spChg chg="mod">
          <ac:chgData name="MEKALA SRAVANTHI ." userId="768655c6-7d8c-4c5c-b45f-cf8399b75a43" providerId="ADAL" clId="{8AFF1904-5512-40C0-A627-5761D3A962F6}" dt="2025-01-30T13:20:42.619" v="508" actId="255"/>
          <ac:spMkLst>
            <pc:docMk/>
            <pc:sldMk cId="681978606" sldId="286"/>
            <ac:spMk id="3" creationId="{6FFCC227-AEF6-4194-577B-C14BE9F08F99}"/>
          </ac:spMkLst>
        </pc:spChg>
        <pc:spChg chg="add del mod">
          <ac:chgData name="MEKALA SRAVANTHI ." userId="768655c6-7d8c-4c5c-b45f-cf8399b75a43" providerId="ADAL" clId="{8AFF1904-5512-40C0-A627-5761D3A962F6}" dt="2025-01-30T13:21:16.295" v="546" actId="255"/>
          <ac:spMkLst>
            <pc:docMk/>
            <pc:sldMk cId="681978606" sldId="286"/>
            <ac:spMk id="5" creationId="{0D7E0F31-9524-2A85-6CB5-22AF4974A1F5}"/>
          </ac:spMkLst>
        </pc:spChg>
        <pc:spChg chg="add del mod">
          <ac:chgData name="MEKALA SRAVANTHI ." userId="768655c6-7d8c-4c5c-b45f-cf8399b75a43" providerId="ADAL" clId="{8AFF1904-5512-40C0-A627-5761D3A962F6}" dt="2025-01-30T13:21:30.260" v="561" actId="255"/>
          <ac:spMkLst>
            <pc:docMk/>
            <pc:sldMk cId="681978606" sldId="286"/>
            <ac:spMk id="6" creationId="{79D4236D-E11C-38FC-772B-CE8903600265}"/>
          </ac:spMkLst>
        </pc:spChg>
        <pc:spChg chg="add del mod">
          <ac:chgData name="MEKALA SRAVANTHI ." userId="768655c6-7d8c-4c5c-b45f-cf8399b75a43" providerId="ADAL" clId="{8AFF1904-5512-40C0-A627-5761D3A962F6}" dt="2025-01-30T13:21:49.152" v="579" actId="121"/>
          <ac:spMkLst>
            <pc:docMk/>
            <pc:sldMk cId="681978606" sldId="286"/>
            <ac:spMk id="7" creationId="{2FC2164E-29EB-0A75-9DCC-C2F08040A581}"/>
          </ac:spMkLst>
        </pc:spChg>
        <pc:spChg chg="add del mod">
          <ac:chgData name="MEKALA SRAVANTHI ." userId="768655c6-7d8c-4c5c-b45f-cf8399b75a43" providerId="ADAL" clId="{8AFF1904-5512-40C0-A627-5761D3A962F6}" dt="2025-01-30T13:20:56.634" v="525" actId="255"/>
          <ac:spMkLst>
            <pc:docMk/>
            <pc:sldMk cId="681978606" sldId="286"/>
            <ac:spMk id="17" creationId="{29C4469D-A4CB-711D-1914-9EA5D206218C}"/>
          </ac:spMkLst>
        </pc:spChg>
        <pc:spChg chg="add mod">
          <ac:chgData name="MEKALA SRAVANTHI ." userId="768655c6-7d8c-4c5c-b45f-cf8399b75a43" providerId="ADAL" clId="{8AFF1904-5512-40C0-A627-5761D3A962F6}" dt="2025-01-30T13:30:15.879" v="620" actId="1076"/>
          <ac:spMkLst>
            <pc:docMk/>
            <pc:sldMk cId="681978606" sldId="286"/>
            <ac:spMk id="39" creationId="{FC209C16-A309-8801-922D-005F672B6E8A}"/>
          </ac:spMkLst>
        </pc:spChg>
        <pc:spChg chg="add mod">
          <ac:chgData name="MEKALA SRAVANTHI ." userId="768655c6-7d8c-4c5c-b45f-cf8399b75a43" providerId="ADAL" clId="{8AFF1904-5512-40C0-A627-5761D3A962F6}" dt="2025-01-30T13:31:01.668" v="660" actId="1076"/>
          <ac:spMkLst>
            <pc:docMk/>
            <pc:sldMk cId="681978606" sldId="286"/>
            <ac:spMk id="40" creationId="{8E603AEB-3607-C239-1A69-B91364209CCA}"/>
          </ac:spMkLst>
        </pc:spChg>
        <pc:spChg chg="add mod">
          <ac:chgData name="MEKALA SRAVANTHI ." userId="768655c6-7d8c-4c5c-b45f-cf8399b75a43" providerId="ADAL" clId="{8AFF1904-5512-40C0-A627-5761D3A962F6}" dt="2025-01-30T13:31:19.871" v="688" actId="1076"/>
          <ac:spMkLst>
            <pc:docMk/>
            <pc:sldMk cId="681978606" sldId="286"/>
            <ac:spMk id="41" creationId="{AE18A451-9FCE-95E5-D040-EFB3832F3E2E}"/>
          </ac:spMkLst>
        </pc:spChg>
        <pc:spChg chg="add mod">
          <ac:chgData name="MEKALA SRAVANTHI ." userId="768655c6-7d8c-4c5c-b45f-cf8399b75a43" providerId="ADAL" clId="{8AFF1904-5512-40C0-A627-5761D3A962F6}" dt="2025-01-30T13:31:38.106" v="708" actId="1076"/>
          <ac:spMkLst>
            <pc:docMk/>
            <pc:sldMk cId="681978606" sldId="286"/>
            <ac:spMk id="42" creationId="{F4E8AF10-E966-7224-4C56-8CB16D8520E6}"/>
          </ac:spMkLst>
        </pc:spChg>
        <pc:spChg chg="add mod">
          <ac:chgData name="MEKALA SRAVANTHI ." userId="768655c6-7d8c-4c5c-b45f-cf8399b75a43" providerId="ADAL" clId="{8AFF1904-5512-40C0-A627-5761D3A962F6}" dt="2025-01-30T13:31:53.101" v="734" actId="1076"/>
          <ac:spMkLst>
            <pc:docMk/>
            <pc:sldMk cId="681978606" sldId="286"/>
            <ac:spMk id="43" creationId="{71DE5B9C-CCE2-1A1A-7470-E944ED1A8ACC}"/>
          </ac:spMkLst>
        </pc:spChg>
      </pc:sldChg>
      <pc:sldChg chg="addSp delSp modSp mod">
        <pc:chgData name="MEKALA SRAVANTHI ." userId="768655c6-7d8c-4c5c-b45f-cf8399b75a43" providerId="ADAL" clId="{8AFF1904-5512-40C0-A627-5761D3A962F6}" dt="2025-01-30T13:34:02.449" v="753" actId="931"/>
        <pc:sldMkLst>
          <pc:docMk/>
          <pc:sldMk cId="3780002892" sldId="287"/>
        </pc:sldMkLst>
        <pc:picChg chg="add mod">
          <ac:chgData name="MEKALA SRAVANTHI ." userId="768655c6-7d8c-4c5c-b45f-cf8399b75a43" providerId="ADAL" clId="{8AFF1904-5512-40C0-A627-5761D3A962F6}" dt="2025-01-30T13:34:02.449" v="753" actId="931"/>
          <ac:picMkLst>
            <pc:docMk/>
            <pc:sldMk cId="3780002892" sldId="287"/>
            <ac:picMk id="9" creationId="{4DD55CC9-9B25-B346-4DFE-47C5E057341F}"/>
          </ac:picMkLst>
        </pc:picChg>
      </pc:sldChg>
      <pc:sldChg chg="del">
        <pc:chgData name="MEKALA SRAVANTHI ." userId="768655c6-7d8c-4c5c-b45f-cf8399b75a43" providerId="ADAL" clId="{8AFF1904-5512-40C0-A627-5761D3A962F6}" dt="2025-01-30T13:32:02.768" v="738" actId="2696"/>
        <pc:sldMkLst>
          <pc:docMk/>
          <pc:sldMk cId="613288997" sldId="288"/>
        </pc:sldMkLst>
      </pc:sldChg>
      <pc:sldChg chg="del">
        <pc:chgData name="MEKALA SRAVANTHI ." userId="768655c6-7d8c-4c5c-b45f-cf8399b75a43" providerId="ADAL" clId="{8AFF1904-5512-40C0-A627-5761D3A962F6}" dt="2025-01-30T13:16:57.484" v="414" actId="2696"/>
        <pc:sldMkLst>
          <pc:docMk/>
          <pc:sldMk cId="559354457" sldId="289"/>
        </pc:sldMkLst>
      </pc:sldChg>
      <pc:sldChg chg="del">
        <pc:chgData name="MEKALA SRAVANTHI ." userId="768655c6-7d8c-4c5c-b45f-cf8399b75a43" providerId="ADAL" clId="{8AFF1904-5512-40C0-A627-5761D3A962F6}" dt="2025-01-30T13:32:04.946" v="739" actId="2696"/>
        <pc:sldMkLst>
          <pc:docMk/>
          <pc:sldMk cId="3251802089" sldId="290"/>
        </pc:sldMkLst>
      </pc:sldChg>
      <pc:sldChg chg="addSp delSp modSp del mod">
        <pc:chgData name="MEKALA SRAVANTHI ." userId="768655c6-7d8c-4c5c-b45f-cf8399b75a43" providerId="ADAL" clId="{8AFF1904-5512-40C0-A627-5761D3A962F6}" dt="2025-01-30T13:16:47.748" v="413" actId="2696"/>
        <pc:sldMkLst>
          <pc:docMk/>
          <pc:sldMk cId="3917619153" sldId="291"/>
        </pc:sldMkLst>
      </pc:sldChg>
      <pc:sldChg chg="del">
        <pc:chgData name="MEKALA SRAVANTHI ." userId="768655c6-7d8c-4c5c-b45f-cf8399b75a43" providerId="ADAL" clId="{8AFF1904-5512-40C0-A627-5761D3A962F6}" dt="2025-01-30T13:32:12.564" v="743" actId="2696"/>
        <pc:sldMkLst>
          <pc:docMk/>
          <pc:sldMk cId="1646725871" sldId="292"/>
        </pc:sldMkLst>
      </pc:sldChg>
      <pc:sldChg chg="del">
        <pc:chgData name="MEKALA SRAVANTHI ." userId="768655c6-7d8c-4c5c-b45f-cf8399b75a43" providerId="ADAL" clId="{8AFF1904-5512-40C0-A627-5761D3A962F6}" dt="2025-01-30T13:32:17.384" v="744" actId="2696"/>
        <pc:sldMkLst>
          <pc:docMk/>
          <pc:sldMk cId="591722392" sldId="294"/>
        </pc:sldMkLst>
      </pc:sldChg>
      <pc:sldChg chg="addSp delSp modSp mod">
        <pc:chgData name="MEKALA SRAVANTHI ." userId="768655c6-7d8c-4c5c-b45f-cf8399b75a43" providerId="ADAL" clId="{8AFF1904-5512-40C0-A627-5761D3A962F6}" dt="2025-01-30T13:34:53.833" v="755" actId="931"/>
        <pc:sldMkLst>
          <pc:docMk/>
          <pc:sldMk cId="2397583386" sldId="295"/>
        </pc:sldMkLst>
        <pc:spChg chg="mod">
          <ac:chgData name="MEKALA SRAVANTHI ." userId="768655c6-7d8c-4c5c-b45f-cf8399b75a43" providerId="ADAL" clId="{8AFF1904-5512-40C0-A627-5761D3A962F6}" dt="2025-01-30T13:32:30.611" v="749" actId="1076"/>
          <ac:spMkLst>
            <pc:docMk/>
            <pc:sldMk cId="2397583386" sldId="295"/>
            <ac:spMk id="24" creationId="{A4C5B759-93CB-5B5A-B1D2-2E3C42747C75}"/>
          </ac:spMkLst>
        </pc:spChg>
        <pc:picChg chg="add mod">
          <ac:chgData name="MEKALA SRAVANTHI ." userId="768655c6-7d8c-4c5c-b45f-cf8399b75a43" providerId="ADAL" clId="{8AFF1904-5512-40C0-A627-5761D3A962F6}" dt="2025-01-30T13:34:53.833" v="755" actId="931"/>
          <ac:picMkLst>
            <pc:docMk/>
            <pc:sldMk cId="2397583386" sldId="295"/>
            <ac:picMk id="7" creationId="{51AC207D-A9B0-4F5D-439C-01FA3A8B2DBC}"/>
          </ac:picMkLst>
        </pc:picChg>
      </pc:sldChg>
      <pc:sldChg chg="addSp delSp modSp mod ord">
        <pc:chgData name="MEKALA SRAVANTHI ." userId="768655c6-7d8c-4c5c-b45f-cf8399b75a43" providerId="ADAL" clId="{8AFF1904-5512-40C0-A627-5761D3A962F6}" dt="2025-01-30T13:08:11.632" v="404" actId="931"/>
        <pc:sldMkLst>
          <pc:docMk/>
          <pc:sldMk cId="866533554" sldId="296"/>
        </pc:sldMkLst>
        <pc:spChg chg="mod">
          <ac:chgData name="MEKALA SRAVANTHI ." userId="768655c6-7d8c-4c5c-b45f-cf8399b75a43" providerId="ADAL" clId="{8AFF1904-5512-40C0-A627-5761D3A962F6}" dt="2025-01-30T13:00:17.908" v="80" actId="255"/>
          <ac:spMkLst>
            <pc:docMk/>
            <pc:sldMk cId="866533554" sldId="296"/>
            <ac:spMk id="2" creationId="{A2C579D0-D5BE-BC05-B3B3-05E97433F452}"/>
          </ac:spMkLst>
        </pc:spChg>
        <pc:spChg chg="mod">
          <ac:chgData name="MEKALA SRAVANTHI ." userId="768655c6-7d8c-4c5c-b45f-cf8399b75a43" providerId="ADAL" clId="{8AFF1904-5512-40C0-A627-5761D3A962F6}" dt="2025-01-30T13:01:12.584" v="83" actId="2711"/>
          <ac:spMkLst>
            <pc:docMk/>
            <pc:sldMk cId="866533554" sldId="296"/>
            <ac:spMk id="8" creationId="{A166C0EF-C5A6-69F2-BCD5-6F3E10322961}"/>
          </ac:spMkLst>
        </pc:spChg>
        <pc:spChg chg="mod">
          <ac:chgData name="MEKALA SRAVANTHI ." userId="768655c6-7d8c-4c5c-b45f-cf8399b75a43" providerId="ADAL" clId="{8AFF1904-5512-40C0-A627-5761D3A962F6}" dt="2025-01-30T13:03:12.122" v="261" actId="2711"/>
          <ac:spMkLst>
            <pc:docMk/>
            <pc:sldMk cId="866533554" sldId="296"/>
            <ac:spMk id="9" creationId="{8A268DA4-D5BC-38AA-54EB-D10668305C7E}"/>
          </ac:spMkLst>
        </pc:spChg>
        <pc:spChg chg="mod">
          <ac:chgData name="MEKALA SRAVANTHI ." userId="768655c6-7d8c-4c5c-b45f-cf8399b75a43" providerId="ADAL" clId="{8AFF1904-5512-40C0-A627-5761D3A962F6}" dt="2025-01-30T13:05:37.329" v="385" actId="1076"/>
          <ac:spMkLst>
            <pc:docMk/>
            <pc:sldMk cId="866533554" sldId="296"/>
            <ac:spMk id="10" creationId="{D5589FD6-C049-67E3-0386-55C9E18A5B7F}"/>
          </ac:spMkLst>
        </pc:spChg>
        <pc:spChg chg="mod">
          <ac:chgData name="MEKALA SRAVANTHI ." userId="768655c6-7d8c-4c5c-b45f-cf8399b75a43" providerId="ADAL" clId="{8AFF1904-5512-40C0-A627-5761D3A962F6}" dt="2025-01-30T13:05:27.995" v="383" actId="1076"/>
          <ac:spMkLst>
            <pc:docMk/>
            <pc:sldMk cId="866533554" sldId="296"/>
            <ac:spMk id="11" creationId="{ABEE4168-3FE3-7D58-F903-91FC215BAE4D}"/>
          </ac:spMkLst>
        </pc:spChg>
        <pc:spChg chg="mod">
          <ac:chgData name="MEKALA SRAVANTHI ." userId="768655c6-7d8c-4c5c-b45f-cf8399b75a43" providerId="ADAL" clId="{8AFF1904-5512-40C0-A627-5761D3A962F6}" dt="2025-01-30T13:06:16.039" v="393" actId="1076"/>
          <ac:spMkLst>
            <pc:docMk/>
            <pc:sldMk cId="866533554" sldId="296"/>
            <ac:spMk id="12" creationId="{BC99BB05-2464-9628-4AF6-F75298B4B89E}"/>
          </ac:spMkLst>
        </pc:spChg>
        <pc:spChg chg="mod">
          <ac:chgData name="MEKALA SRAVANTHI ." userId="768655c6-7d8c-4c5c-b45f-cf8399b75a43" providerId="ADAL" clId="{8AFF1904-5512-40C0-A627-5761D3A962F6}" dt="2025-01-30T13:02:40.617" v="258" actId="313"/>
          <ac:spMkLst>
            <pc:docMk/>
            <pc:sldMk cId="866533554" sldId="296"/>
            <ac:spMk id="13" creationId="{57A2B835-2EB4-13B7-BE89-EDFBC68B96C3}"/>
          </ac:spMkLst>
        </pc:spChg>
        <pc:spChg chg="mod">
          <ac:chgData name="MEKALA SRAVANTHI ." userId="768655c6-7d8c-4c5c-b45f-cf8399b75a43" providerId="ADAL" clId="{8AFF1904-5512-40C0-A627-5761D3A962F6}" dt="2025-01-30T13:03:53.893" v="369" actId="313"/>
          <ac:spMkLst>
            <pc:docMk/>
            <pc:sldMk cId="866533554" sldId="296"/>
            <ac:spMk id="14" creationId="{E798351D-2881-C0EE-6D6D-424E1230A6D4}"/>
          </ac:spMkLst>
        </pc:spChg>
        <pc:spChg chg="mod">
          <ac:chgData name="MEKALA SRAVANTHI ." userId="768655c6-7d8c-4c5c-b45f-cf8399b75a43" providerId="ADAL" clId="{8AFF1904-5512-40C0-A627-5761D3A962F6}" dt="2025-01-30T13:04:44.324" v="376" actId="1076"/>
          <ac:spMkLst>
            <pc:docMk/>
            <pc:sldMk cId="866533554" sldId="296"/>
            <ac:spMk id="15" creationId="{A0AE4BAA-4471-F175-A91F-AF7D4D9694F3}"/>
          </ac:spMkLst>
        </pc:spChg>
        <pc:spChg chg="mod">
          <ac:chgData name="MEKALA SRAVANTHI ." userId="768655c6-7d8c-4c5c-b45f-cf8399b75a43" providerId="ADAL" clId="{8AFF1904-5512-40C0-A627-5761D3A962F6}" dt="2025-01-30T13:05:29.964" v="384" actId="1076"/>
          <ac:spMkLst>
            <pc:docMk/>
            <pc:sldMk cId="866533554" sldId="296"/>
            <ac:spMk id="16" creationId="{A6C25713-E18A-8B65-C9FA-9A00A9CBBA6B}"/>
          </ac:spMkLst>
        </pc:spChg>
        <pc:spChg chg="mod">
          <ac:chgData name="MEKALA SRAVANTHI ." userId="768655c6-7d8c-4c5c-b45f-cf8399b75a43" providerId="ADAL" clId="{8AFF1904-5512-40C0-A627-5761D3A962F6}" dt="2025-01-30T13:06:19.076" v="394" actId="14100"/>
          <ac:spMkLst>
            <pc:docMk/>
            <pc:sldMk cId="866533554" sldId="296"/>
            <ac:spMk id="17" creationId="{2EB94B1B-FC15-3A7B-A562-06B6F366B340}"/>
          </ac:spMkLst>
        </pc:spChg>
        <pc:picChg chg="add mod">
          <ac:chgData name="MEKALA SRAVANTHI ." userId="768655c6-7d8c-4c5c-b45f-cf8399b75a43" providerId="ADAL" clId="{8AFF1904-5512-40C0-A627-5761D3A962F6}" dt="2025-01-30T13:07:02.502" v="396" actId="931"/>
          <ac:picMkLst>
            <pc:docMk/>
            <pc:sldMk cId="866533554" sldId="296"/>
            <ac:picMk id="6" creationId="{4B73FD56-2C02-E055-CFBC-C6016E547894}"/>
          </ac:picMkLst>
        </pc:picChg>
        <pc:picChg chg="add mod">
          <ac:chgData name="MEKALA SRAVANTHI ." userId="768655c6-7d8c-4c5c-b45f-cf8399b75a43" providerId="ADAL" clId="{8AFF1904-5512-40C0-A627-5761D3A962F6}" dt="2025-01-30T13:07:22.239" v="398" actId="931"/>
          <ac:picMkLst>
            <pc:docMk/>
            <pc:sldMk cId="866533554" sldId="296"/>
            <ac:picMk id="20" creationId="{1CC26B64-964E-C661-B5C1-954016C96E8F}"/>
          </ac:picMkLst>
        </pc:picChg>
        <pc:picChg chg="add mod">
          <ac:chgData name="MEKALA SRAVANTHI ." userId="768655c6-7d8c-4c5c-b45f-cf8399b75a43" providerId="ADAL" clId="{8AFF1904-5512-40C0-A627-5761D3A962F6}" dt="2025-01-30T13:07:35.169" v="400" actId="931"/>
          <ac:picMkLst>
            <pc:docMk/>
            <pc:sldMk cId="866533554" sldId="296"/>
            <ac:picMk id="24" creationId="{8937FA47-01AF-649C-F1CE-D9B1C5737260}"/>
          </ac:picMkLst>
        </pc:picChg>
        <pc:picChg chg="add mod">
          <ac:chgData name="MEKALA SRAVANTHI ." userId="768655c6-7d8c-4c5c-b45f-cf8399b75a43" providerId="ADAL" clId="{8AFF1904-5512-40C0-A627-5761D3A962F6}" dt="2025-01-30T13:07:56.277" v="402" actId="931"/>
          <ac:picMkLst>
            <pc:docMk/>
            <pc:sldMk cId="866533554" sldId="296"/>
            <ac:picMk id="28" creationId="{0E1C9D3B-95AD-151F-FF57-B47B95104534}"/>
          </ac:picMkLst>
        </pc:picChg>
        <pc:picChg chg="add mod">
          <ac:chgData name="MEKALA SRAVANTHI ." userId="768655c6-7d8c-4c5c-b45f-cf8399b75a43" providerId="ADAL" clId="{8AFF1904-5512-40C0-A627-5761D3A962F6}" dt="2025-01-30T13:08:11.632" v="404" actId="931"/>
          <ac:picMkLst>
            <pc:docMk/>
            <pc:sldMk cId="866533554" sldId="296"/>
            <ac:picMk id="32" creationId="{22E05E1B-0159-A8C1-434E-485E3DACE32D}"/>
          </ac:picMkLst>
        </pc:picChg>
      </pc:sldChg>
      <pc:sldChg chg="addSp delSp modSp mod">
        <pc:chgData name="MEKALA SRAVANTHI ." userId="768655c6-7d8c-4c5c-b45f-cf8399b75a43" providerId="ADAL" clId="{8AFF1904-5512-40C0-A627-5761D3A962F6}" dt="2025-01-30T12:53:07.812" v="24" actId="1076"/>
        <pc:sldMkLst>
          <pc:docMk/>
          <pc:sldMk cId="1597428856" sldId="297"/>
        </pc:sldMkLst>
        <pc:spChg chg="mod">
          <ac:chgData name="MEKALA SRAVANTHI ." userId="768655c6-7d8c-4c5c-b45f-cf8399b75a43" providerId="ADAL" clId="{8AFF1904-5512-40C0-A627-5761D3A962F6}" dt="2025-01-30T12:53:07.812" v="24" actId="1076"/>
          <ac:spMkLst>
            <pc:docMk/>
            <pc:sldMk cId="1597428856" sldId="297"/>
            <ac:spMk id="8" creationId="{105014DA-1032-54EB-0A37-52411CF50773}"/>
          </ac:spMkLst>
        </pc:spChg>
        <pc:spChg chg="mod">
          <ac:chgData name="MEKALA SRAVANTHI ." userId="768655c6-7d8c-4c5c-b45f-cf8399b75a43" providerId="ADAL" clId="{8AFF1904-5512-40C0-A627-5761D3A962F6}" dt="2025-01-30T12:52:56.591" v="20" actId="1076"/>
          <ac:spMkLst>
            <pc:docMk/>
            <pc:sldMk cId="1597428856" sldId="297"/>
            <ac:spMk id="9" creationId="{7E36B2EA-4E15-D14C-AD35-C9B2DE7D41F8}"/>
          </ac:spMkLst>
        </pc:spChg>
        <pc:spChg chg="add mod">
          <ac:chgData name="MEKALA SRAVANTHI ." userId="768655c6-7d8c-4c5c-b45f-cf8399b75a43" providerId="ADAL" clId="{8AFF1904-5512-40C0-A627-5761D3A962F6}" dt="2025-01-30T12:52:39.805" v="16" actId="1076"/>
          <ac:spMkLst>
            <pc:docMk/>
            <pc:sldMk cId="1597428856" sldId="297"/>
            <ac:spMk id="10" creationId="{4638877F-C57D-0F2B-C236-487303D82039}"/>
          </ac:spMkLst>
        </pc:spChg>
      </pc:sldChg>
      <pc:sldChg chg="addSp delSp modSp new mod modClrScheme chgLayout">
        <pc:chgData name="MEKALA SRAVANTHI ." userId="768655c6-7d8c-4c5c-b45f-cf8399b75a43" providerId="ADAL" clId="{8AFF1904-5512-40C0-A627-5761D3A962F6}" dt="2025-02-10T07:47:54.357" v="1131" actId="20577"/>
        <pc:sldMkLst>
          <pc:docMk/>
          <pc:sldMk cId="2576926028" sldId="298"/>
        </pc:sldMkLst>
        <pc:spChg chg="add mod">
          <ac:chgData name="MEKALA SRAVANTHI ." userId="768655c6-7d8c-4c5c-b45f-cf8399b75a43" providerId="ADAL" clId="{8AFF1904-5512-40C0-A627-5761D3A962F6}" dt="2025-02-10T07:47:54.357" v="1131" actId="20577"/>
          <ac:spMkLst>
            <pc:docMk/>
            <pc:sldMk cId="2576926028" sldId="298"/>
            <ac:spMk id="2" creationId="{6263C12D-F8B7-44A9-6692-964993F310BE}"/>
          </ac:spMkLst>
        </pc:spChg>
        <pc:spChg chg="mod ord">
          <ac:chgData name="MEKALA SRAVANTHI ." userId="768655c6-7d8c-4c5c-b45f-cf8399b75a43" providerId="ADAL" clId="{8AFF1904-5512-40C0-A627-5761D3A962F6}" dt="2025-01-30T12:53:37.692" v="26" actId="700"/>
          <ac:spMkLst>
            <pc:docMk/>
            <pc:sldMk cId="2576926028" sldId="298"/>
            <ac:spMk id="9" creationId="{3D66987B-0DA4-1E11-3346-BF52CB12CE86}"/>
          </ac:spMkLst>
        </pc:spChg>
        <pc:spChg chg="mod ord">
          <ac:chgData name="MEKALA SRAVANTHI ." userId="768655c6-7d8c-4c5c-b45f-cf8399b75a43" providerId="ADAL" clId="{8AFF1904-5512-40C0-A627-5761D3A962F6}" dt="2025-01-30T12:53:37.692" v="26" actId="700"/>
          <ac:spMkLst>
            <pc:docMk/>
            <pc:sldMk cId="2576926028" sldId="298"/>
            <ac:spMk id="10" creationId="{493BD75D-62EA-37D2-0266-8DDFFBC0BF56}"/>
          </ac:spMkLst>
        </pc:spChg>
        <pc:spChg chg="mod ord">
          <ac:chgData name="MEKALA SRAVANTHI ." userId="768655c6-7d8c-4c5c-b45f-cf8399b75a43" providerId="ADAL" clId="{8AFF1904-5512-40C0-A627-5761D3A962F6}" dt="2025-01-30T12:53:37.692" v="26" actId="700"/>
          <ac:spMkLst>
            <pc:docMk/>
            <pc:sldMk cId="2576926028" sldId="298"/>
            <ac:spMk id="11" creationId="{9F4159DC-590E-3F8F-2DF4-B166BE72C24A}"/>
          </ac:spMkLst>
        </pc:spChg>
        <pc:spChg chg="add mod ord">
          <ac:chgData name="MEKALA SRAVANTHI ." userId="768655c6-7d8c-4c5c-b45f-cf8399b75a43" providerId="ADAL" clId="{8AFF1904-5512-40C0-A627-5761D3A962F6}" dt="2025-02-10T07:42:07.933" v="790" actId="20577"/>
          <ac:spMkLst>
            <pc:docMk/>
            <pc:sldMk cId="2576926028" sldId="298"/>
            <ac:spMk id="12" creationId="{89F3B015-F6D7-4225-4737-C74CC4481FF1}"/>
          </ac:spMkLst>
        </pc:spChg>
        <pc:picChg chg="add del mod">
          <ac:chgData name="MEKALA SRAVANTHI ." userId="768655c6-7d8c-4c5c-b45f-cf8399b75a43" providerId="ADAL" clId="{8AFF1904-5512-40C0-A627-5761D3A962F6}" dt="2025-02-10T07:41:58.314" v="768" actId="478"/>
          <ac:picMkLst>
            <pc:docMk/>
            <pc:sldMk cId="2576926028" sldId="298"/>
            <ac:picMk id="5" creationId="{7874E7AB-AFEC-29CA-5A7E-3256E7583B43}"/>
          </ac:picMkLst>
        </pc:picChg>
        <pc:picChg chg="add del mod">
          <ac:chgData name="MEKALA SRAVANTHI ." userId="768655c6-7d8c-4c5c-b45f-cf8399b75a43" providerId="ADAL" clId="{8AFF1904-5512-40C0-A627-5761D3A962F6}" dt="2025-02-10T07:41:59.421" v="769" actId="478"/>
          <ac:picMkLst>
            <pc:docMk/>
            <pc:sldMk cId="2576926028" sldId="298"/>
            <ac:picMk id="7" creationId="{ACE7F8C0-DCC8-DE7F-BAA2-45E4239E1A44}"/>
          </ac:picMkLst>
        </pc:picChg>
      </pc:sldChg>
      <pc:sldChg chg="addSp delSp modSp new del mod modClrScheme chgLayout">
        <pc:chgData name="MEKALA SRAVANTHI ." userId="768655c6-7d8c-4c5c-b45f-cf8399b75a43" providerId="ADAL" clId="{8AFF1904-5512-40C0-A627-5761D3A962F6}" dt="2025-01-30T13:32:08.374" v="741" actId="2696"/>
        <pc:sldMkLst>
          <pc:docMk/>
          <pc:sldMk cId="4162228662" sldId="299"/>
        </pc:sldMkLst>
      </pc:sldChg>
      <pc:sldChg chg="add del">
        <pc:chgData name="MEKALA SRAVANTHI ." userId="768655c6-7d8c-4c5c-b45f-cf8399b75a43" providerId="ADAL" clId="{8AFF1904-5512-40C0-A627-5761D3A962F6}" dt="2025-01-30T13:32:10.947" v="742" actId="2696"/>
        <pc:sldMkLst>
          <pc:docMk/>
          <pc:sldMk cId="4268608718" sldId="30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2/10/2025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itizen.com/" TargetMode="External"/><Relationship Id="rId2" Type="http://schemas.openxmlformats.org/officeDocument/2006/relationships/hyperlink" Target="https://nextdoor.com/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9400" y="2421636"/>
            <a:ext cx="6136186" cy="1709928"/>
          </a:xfrm>
        </p:spPr>
        <p:txBody>
          <a:bodyPr/>
          <a:lstStyle/>
          <a:p>
            <a:r>
              <a:rPr lang="en-US" dirty="0"/>
              <a:t>Neighbourhood Watch App</a:t>
            </a:r>
          </a:p>
        </p:txBody>
      </p:sp>
      <p:pic>
        <p:nvPicPr>
          <p:cNvPr id="5" name="Picture Placeholder 4" descr="Aerial view of neighborhood">
            <a:extLst>
              <a:ext uri="{FF2B5EF4-FFF2-40B4-BE49-F238E27FC236}">
                <a16:creationId xmlns:a16="http://schemas.microsoft.com/office/drawing/2014/main" id="{75E7FCDF-A1CD-D96A-47EB-FD97E0B1E78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4085" r="2408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BC0F7-9BAB-2ADE-CF39-13047262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488" y="929363"/>
            <a:ext cx="3895344" cy="674993"/>
          </a:xfrm>
        </p:spPr>
        <p:txBody>
          <a:bodyPr/>
          <a:lstStyle/>
          <a:p>
            <a:r>
              <a:rPr lang="en-US" sz="4800" dirty="0"/>
              <a:t>Introduction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5C49-A1AB-D377-2071-D29B1E6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280AB-0C19-BC26-1401-48C5B9A28502}"/>
              </a:ext>
            </a:extLst>
          </p:cNvPr>
          <p:cNvSpPr txBox="1"/>
          <p:nvPr/>
        </p:nvSpPr>
        <p:spPr>
          <a:xfrm>
            <a:off x="904336" y="1997839"/>
            <a:ext cx="61161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Community posts: </a:t>
            </a:r>
            <a:r>
              <a:rPr lang="en-US" dirty="0"/>
              <a:t>Add a community discussion forum or chat feature for neighbors to discuss issues</a:t>
            </a: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Privacy and Anonymity options</a:t>
            </a:r>
            <a:r>
              <a:rPr lang="en-IN" dirty="0"/>
              <a:t>: Allows users to report incidents anonymously or restrict sharing of sensitive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Emergency Panic Button</a:t>
            </a:r>
            <a:r>
              <a:rPr lang="en-IN" dirty="0"/>
              <a:t>: Add a panic button that immediately alerts emergency services or predefined contacts with the user’s 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Multimedia Reporting</a:t>
            </a:r>
            <a:r>
              <a:rPr lang="en-IN" dirty="0"/>
              <a:t>: Allows users to attach photos, videos, or audio recordings with their reports.</a:t>
            </a:r>
          </a:p>
        </p:txBody>
      </p:sp>
      <p:pic>
        <p:nvPicPr>
          <p:cNvPr id="9" name="Picture Placeholder 8" descr="Mobile phone and text message bubbles">
            <a:extLst>
              <a:ext uri="{FF2B5EF4-FFF2-40B4-BE49-F238E27FC236}">
                <a16:creationId xmlns:a16="http://schemas.microsoft.com/office/drawing/2014/main" id="{4DD55CC9-9B25-B346-4DFE-47C5E057341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1065" r="3106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0CAC6-3968-4D63-A855-09547BB06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of existing websites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9AC71-9ED4-FA59-D386-5BD9C585DC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Nextdoor</a:t>
            </a:r>
            <a:r>
              <a:rPr lang="en-US" dirty="0"/>
              <a:t>​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3F0E5B-65CB-787C-C52A-2038EEA098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Community discussions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Buy/sell marketplace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Crime &amp; safety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Local business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Website: </a:t>
            </a:r>
            <a:r>
              <a:rPr lang="en-IN" dirty="0" err="1">
                <a:hlinkClick r:id="rId2"/>
              </a:rPr>
              <a:t>Nextdoor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2CADAC-D2BA-2781-21DF-E36A2D898F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Neighbors by Ring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50929C-496C-419D-93BC-D4ABBE462EF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dirty="0"/>
              <a:t>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crime and safety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User-shared security footage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Anonymous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Emergency alerts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88B1D-28C5-C399-CA01-21BE7C5F1E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N" dirty="0"/>
              <a:t>Citizen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C5E498-99B3-E3F4-A9B8-F11B4B9B0F27}"/>
              </a:ext>
            </a:extLst>
          </p:cNvPr>
          <p:cNvSpPr>
            <a:spLocks noGrp="1"/>
          </p:cNvSpPr>
          <p:nvPr>
            <p:ph sz="half" idx="20"/>
          </p:nvPr>
        </p:nvSpPr>
        <p:spPr/>
        <p:txBody>
          <a:bodyPr/>
          <a:lstStyle/>
          <a:p>
            <a:r>
              <a:rPr lang="en-US" dirty="0"/>
              <a:t>Key 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Police and emergency alerts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Location-based incident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Live video reporting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Verified news updates</a:t>
            </a:r>
          </a:p>
          <a:p>
            <a:r>
              <a:rPr lang="en-IN" dirty="0"/>
              <a:t>Website: </a:t>
            </a:r>
            <a:r>
              <a:rPr lang="en-US" dirty="0">
                <a:hlinkClick r:id="rId3"/>
              </a:rPr>
              <a:t>Citizen - Connect and stay safe.</a:t>
            </a:r>
            <a:endParaRPr lang="en-US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25633612-F774-0CAE-9E5C-D01184B4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C2B4FE06-34C7-A80C-5DBE-4F5168C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E227DBC0-C280-AC5C-C7A8-FF8D56C9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095245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51B80-6DD1-075C-9660-346FB0F27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AC473-938C-B5D9-BA7C-A76288DD9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6409BB-6A75-9119-5375-210E11634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3707892"/>
            <a:ext cx="2743200" cy="484632"/>
          </a:xfrm>
        </p:spPr>
        <p:txBody>
          <a:bodyPr/>
          <a:lstStyle/>
          <a:p>
            <a:pPr algn="ctr"/>
            <a:r>
              <a:rPr lang="en-IN" sz="2000" dirty="0"/>
              <a:t>React.js + Bootstrap</a:t>
            </a:r>
            <a:endParaRPr lang="en-US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9DECF3-D823-9A0E-5291-C74F0BB8FB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Database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073E4-D6B2-B288-C683-169EB57DD17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N" b="1" dirty="0"/>
              <a:t>Back-End</a:t>
            </a:r>
            <a:endParaRPr lang="en-US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05014DA-1032-54EB-0A37-52411CF50773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9511869" y="3764003"/>
            <a:ext cx="718157" cy="372410"/>
          </a:xfrm>
        </p:spPr>
        <p:txBody>
          <a:bodyPr/>
          <a:lstStyle/>
          <a:p>
            <a:r>
              <a:rPr lang="en-IN" sz="2000" dirty="0"/>
              <a:t>Java </a:t>
            </a:r>
            <a:endParaRPr lang="en-US" sz="2000" dirty="0"/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EB45E27D-E94E-4ACA-F520-E1C12245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03897874-A036-710F-7426-14924E58F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02AD0A1F-E298-2698-6838-C834EE764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E58DE-5E7E-F0AB-063D-BDE89034BB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Front-End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6B2EA-4E15-D14C-AD35-C9B2DE7D41F8}"/>
              </a:ext>
            </a:extLst>
          </p:cNvPr>
          <p:cNvSpPr txBox="1"/>
          <p:nvPr/>
        </p:nvSpPr>
        <p:spPr>
          <a:xfrm>
            <a:off x="5530734" y="3792414"/>
            <a:ext cx="11457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MongoDB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38877F-C57D-0F2B-C236-487303D82039}"/>
              </a:ext>
            </a:extLst>
          </p:cNvPr>
          <p:cNvSpPr txBox="1"/>
          <p:nvPr/>
        </p:nvSpPr>
        <p:spPr>
          <a:xfrm>
            <a:off x="1250026" y="3711880"/>
            <a:ext cx="2108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React.js + Bootstrap</a:t>
            </a:r>
          </a:p>
        </p:txBody>
      </p:sp>
    </p:spTree>
    <p:extLst>
      <p:ext uri="{BB962C8B-B14F-4D97-AF65-F5344CB8AC3E}">
        <p14:creationId xmlns:p14="http://schemas.microsoft.com/office/powerpoint/2010/main" val="1597428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9F3B015-F6D7-4225-4737-C74CC4481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07" y="508739"/>
            <a:ext cx="11812385" cy="942664"/>
          </a:xfrm>
        </p:spPr>
        <p:txBody>
          <a:bodyPr/>
          <a:lstStyle/>
          <a:p>
            <a:r>
              <a:rPr lang="en-IN" sz="5400" dirty="0"/>
              <a:t>Development Workflow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66987B-0DA4-1E11-3346-BF52CB12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93BD75D-62EA-37D2-0266-8DDFFBC0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F4159DC-590E-3F8F-2DF4-B166BE72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63C12D-F8B7-44A9-6692-964993F310BE}"/>
              </a:ext>
            </a:extLst>
          </p:cNvPr>
          <p:cNvSpPr txBox="1"/>
          <p:nvPr/>
        </p:nvSpPr>
        <p:spPr>
          <a:xfrm>
            <a:off x="189807" y="1961804"/>
            <a:ext cx="1107941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Start </a:t>
            </a:r>
            <a:r>
              <a:rPr lang="en-IN" sz="3200" dirty="0">
                <a:sym typeface="Wingdings" panose="05000000000000000000" pitchFamily="2" charset="2"/>
              </a:rPr>
              <a:t> Setup Project (GitHub)  Build Backend (Java)</a:t>
            </a:r>
            <a:br>
              <a:rPr lang="en-IN" sz="3200" dirty="0">
                <a:sym typeface="Wingdings" panose="05000000000000000000" pitchFamily="2" charset="2"/>
              </a:rPr>
            </a:br>
            <a:br>
              <a:rPr lang="en-IN" sz="3200" dirty="0">
                <a:sym typeface="Wingdings" panose="05000000000000000000" pitchFamily="2" charset="2"/>
              </a:rPr>
            </a:br>
            <a:r>
              <a:rPr lang="en-IN" sz="3200" dirty="0">
                <a:sym typeface="Wingdings" panose="05000000000000000000" pitchFamily="2" charset="2"/>
              </a:rPr>
              <a:t> Build Frontend (</a:t>
            </a:r>
            <a:r>
              <a:rPr lang="en-IN" sz="3200" dirty="0" err="1">
                <a:sym typeface="Wingdings" panose="05000000000000000000" pitchFamily="2" charset="2"/>
              </a:rPr>
              <a:t>ReactJs</a:t>
            </a:r>
            <a:r>
              <a:rPr lang="en-IN" sz="3200" dirty="0">
                <a:sym typeface="Wingdings" panose="05000000000000000000" pitchFamily="2" charset="2"/>
              </a:rPr>
              <a:t>)  Develop Features (Anonymity Options, Emergency Panic Button, Multimedia functionality)</a:t>
            </a:r>
            <a:br>
              <a:rPr lang="en-IN" sz="3200" dirty="0">
                <a:sym typeface="Wingdings" panose="05000000000000000000" pitchFamily="2" charset="2"/>
              </a:rPr>
            </a:br>
            <a:br>
              <a:rPr lang="en-IN" sz="3200" dirty="0">
                <a:sym typeface="Wingdings" panose="05000000000000000000" pitchFamily="2" charset="2"/>
              </a:rPr>
            </a:br>
            <a:r>
              <a:rPr lang="en-IN" sz="3200" dirty="0">
                <a:sym typeface="Wingdings" panose="05000000000000000000" pitchFamily="2" charset="2"/>
              </a:rPr>
              <a:t> Testing &amp; Debugging  Deployment  End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76926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79D0-D5BE-BC05-B3B3-05E97433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" y="1947672"/>
            <a:ext cx="4480560" cy="2862072"/>
          </a:xfrm>
        </p:spPr>
        <p:txBody>
          <a:bodyPr/>
          <a:lstStyle/>
          <a:p>
            <a:r>
              <a:rPr lang="en-US" sz="5000" dirty="0"/>
              <a:t>Features &amp; Functionality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66C0EF-C5A6-69F2-BCD5-6F3E103229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Admin account</a:t>
            </a:r>
            <a:endParaRPr lang="en-US" dirty="0">
              <a:latin typeface="+mn-lt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7A2B835-2EB4-13B7-BE89-EDFBC68B96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The admin account will be able to control residents' registration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268DA4-D5BC-38AA-54EB-D10668305C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Residents</a:t>
            </a:r>
            <a:r>
              <a:rPr lang="en-IN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account</a:t>
            </a:r>
            <a:endParaRPr lang="en-US" dirty="0">
              <a:latin typeface="+mn-lt"/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8351D-2881-C0EE-6D6D-424E1230A6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Residents will be able to report activities and view all activities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5589FD6-C049-67E3-0386-55C9E18A5B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2953307"/>
            <a:ext cx="3840480" cy="338328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Privacy and Anonymity Options</a:t>
            </a:r>
            <a:endParaRPr lang="en-US" dirty="0">
              <a:latin typeface="+mn-lt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E4BAA-4471-F175-A91F-AF7D4D9694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14659"/>
            <a:ext cx="5843016" cy="338328"/>
          </a:xfrm>
        </p:spPr>
        <p:txBody>
          <a:bodyPr/>
          <a:lstStyle/>
          <a:p>
            <a:r>
              <a:rPr lang="en-IN" dirty="0"/>
              <a:t>Allows users to report incidents anonymously or restrict sharing of sensitive information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EE4168-3FE3-7D58-F903-91FC215BAE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213552"/>
            <a:ext cx="3840480" cy="338328"/>
          </a:xfrm>
        </p:spPr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Emergency Panic Button</a:t>
            </a:r>
            <a:endParaRPr lang="en-US" dirty="0">
              <a:latin typeface="+mn-lt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6C25713-E18A-8B65-C9FA-9A00A9CBBA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583099"/>
            <a:ext cx="5843016" cy="338328"/>
          </a:xfrm>
        </p:spPr>
        <p:txBody>
          <a:bodyPr/>
          <a:lstStyle/>
          <a:p>
            <a:r>
              <a:rPr lang="en-IN" dirty="0"/>
              <a:t>Add a panic button that immediately alerts emergency services or predefined contacts with the user’s location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99BB05-2464-9628-4AF6-F75298B4B8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000000"/>
                </a:solidFill>
                <a:effectLst/>
                <a:latin typeface="+mn-lt"/>
              </a:rPr>
              <a:t>Multimedia Reporting</a:t>
            </a:r>
            <a:endParaRPr lang="en-US" dirty="0">
              <a:latin typeface="+mn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B94B1B-FC15-3A7B-A562-06B6F366B3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3" y="5937858"/>
            <a:ext cx="5917831" cy="338328"/>
          </a:xfrm>
        </p:spPr>
        <p:txBody>
          <a:bodyPr/>
          <a:lstStyle/>
          <a:p>
            <a:r>
              <a:rPr lang="en-IN" dirty="0"/>
              <a:t>Allows users to attach photos, videos, or audio recordings with their reports</a:t>
            </a:r>
            <a:endParaRPr lang="en-US" dirty="0"/>
          </a:p>
        </p:txBody>
      </p:sp>
      <p:pic>
        <p:nvPicPr>
          <p:cNvPr id="6" name="Picture Placeholder 5" descr="User with solid fill">
            <a:extLst>
              <a:ext uri="{FF2B5EF4-FFF2-40B4-BE49-F238E27FC236}">
                <a16:creationId xmlns:a16="http://schemas.microsoft.com/office/drawing/2014/main" id="{4B73FD56-2C02-E055-CFBC-C6016E54789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/>
      </p:pic>
      <p:pic>
        <p:nvPicPr>
          <p:cNvPr id="20" name="Picture Placeholder 19" descr="Universal access with solid fill">
            <a:extLst>
              <a:ext uri="{FF2B5EF4-FFF2-40B4-BE49-F238E27FC236}">
                <a16:creationId xmlns:a16="http://schemas.microsoft.com/office/drawing/2014/main" id="{1CC26B64-964E-C661-B5C1-954016C96E8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/>
      </p:pic>
      <p:pic>
        <p:nvPicPr>
          <p:cNvPr id="24" name="Picture Placeholder 23" descr="Security camera with solid fill">
            <a:extLst>
              <a:ext uri="{FF2B5EF4-FFF2-40B4-BE49-F238E27FC236}">
                <a16:creationId xmlns:a16="http://schemas.microsoft.com/office/drawing/2014/main" id="{8937FA47-01AF-649C-F1CE-D9B1C573726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/>
      </p:pic>
      <p:pic>
        <p:nvPicPr>
          <p:cNvPr id="28" name="Picture Placeholder 27" descr="Siren with solid fill">
            <a:extLst>
              <a:ext uri="{FF2B5EF4-FFF2-40B4-BE49-F238E27FC236}">
                <a16:creationId xmlns:a16="http://schemas.microsoft.com/office/drawing/2014/main" id="{0E1C9D3B-95AD-151F-FF57-B47B9510453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pic>
        <p:nvPicPr>
          <p:cNvPr id="32" name="Picture Placeholder 31" descr="Presentation with media with solid fill">
            <a:extLst>
              <a:ext uri="{FF2B5EF4-FFF2-40B4-BE49-F238E27FC236}">
                <a16:creationId xmlns:a16="http://schemas.microsoft.com/office/drawing/2014/main" id="{22E05E1B-0159-A8C1-434E-485E3DACE32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6653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3421-27E8-64F7-C72E-A20B3B5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C227-AEF6-4194-577B-C14BE9F08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7344" y="2441448"/>
            <a:ext cx="1947667" cy="1955985"/>
          </a:xfrm>
        </p:spPr>
        <p:txBody>
          <a:bodyPr/>
          <a:lstStyle/>
          <a:p>
            <a:r>
              <a:rPr lang="en-US" sz="2000" dirty="0"/>
              <a:t>Sravanthi Mekala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E0F31-9524-2A85-6CB5-22AF4974A1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32448" y="2441448"/>
            <a:ext cx="1947667" cy="2005861"/>
          </a:xfrm>
        </p:spPr>
        <p:txBody>
          <a:bodyPr/>
          <a:lstStyle/>
          <a:p>
            <a:r>
              <a:rPr lang="en-US" sz="2000" dirty="0"/>
              <a:t>Alice Peter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D4236D-E11C-38FC-772B-CE89036002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43216" y="2441448"/>
            <a:ext cx="1947667" cy="2055737"/>
          </a:xfrm>
        </p:spPr>
        <p:txBody>
          <a:bodyPr/>
          <a:lstStyle/>
          <a:p>
            <a:r>
              <a:rPr lang="en-US" sz="2000" dirty="0"/>
              <a:t>Mounika Reddy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C2164E-29EB-0A75-9DCC-C2F08040A5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28632" y="2441448"/>
            <a:ext cx="1947667" cy="2005861"/>
          </a:xfrm>
        </p:spPr>
        <p:txBody>
          <a:bodyPr/>
          <a:lstStyle/>
          <a:p>
            <a:r>
              <a:rPr lang="en-US" sz="2000" dirty="0"/>
              <a:t>Sravya Reddy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EB92BE4-4ECF-AA5A-EBFA-AC2DBA93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E3B97B2-F540-9F02-5569-597A7E7B6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FA1C40B-4426-2DD0-CFB0-3E30E9C28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9C4469D-A4CB-711D-1914-9EA5D20621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26250" y="2441448"/>
            <a:ext cx="1882833" cy="1955985"/>
          </a:xfrm>
        </p:spPr>
        <p:txBody>
          <a:bodyPr/>
          <a:lstStyle/>
          <a:p>
            <a:r>
              <a:rPr lang="en-IN" sz="2000" dirty="0"/>
              <a:t>Harshitha Boyidi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209C16-A309-8801-922D-005F672B6E8A}"/>
              </a:ext>
            </a:extLst>
          </p:cNvPr>
          <p:cNvSpPr txBox="1"/>
          <p:nvPr/>
        </p:nvSpPr>
        <p:spPr>
          <a:xfrm>
            <a:off x="696402" y="4497185"/>
            <a:ext cx="2029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Team lead</a:t>
            </a:r>
            <a:br>
              <a:rPr lang="en-US" dirty="0"/>
            </a:br>
            <a:r>
              <a:rPr lang="en-US" dirty="0"/>
              <a:t>&amp; front-end developer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603AEB-3607-C239-1A69-B91364209CCA}"/>
              </a:ext>
            </a:extLst>
          </p:cNvPr>
          <p:cNvSpPr txBox="1"/>
          <p:nvPr/>
        </p:nvSpPr>
        <p:spPr>
          <a:xfrm>
            <a:off x="3041771" y="4556405"/>
            <a:ext cx="1851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Front-end developer</a:t>
            </a:r>
            <a:br>
              <a:rPr lang="en-IN" dirty="0"/>
            </a:br>
            <a:r>
              <a:rPr lang="en-IN" dirty="0"/>
              <a:t>&amp; Tester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E18A451-9FCE-95E5-D040-EFB3832F3E2E}"/>
              </a:ext>
            </a:extLst>
          </p:cNvPr>
          <p:cNvSpPr txBox="1"/>
          <p:nvPr/>
        </p:nvSpPr>
        <p:spPr>
          <a:xfrm>
            <a:off x="5293210" y="4635684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Back-end developer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E8AF10-E966-7224-4C56-8CB16D8520E6}"/>
              </a:ext>
            </a:extLst>
          </p:cNvPr>
          <p:cNvSpPr txBox="1"/>
          <p:nvPr/>
        </p:nvSpPr>
        <p:spPr>
          <a:xfrm>
            <a:off x="7503978" y="4635684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Back-end developer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DE5B9C-CCE2-1A1A-7470-E944ED1A8ACC}"/>
              </a:ext>
            </a:extLst>
          </p:cNvPr>
          <p:cNvSpPr txBox="1"/>
          <p:nvPr/>
        </p:nvSpPr>
        <p:spPr>
          <a:xfrm>
            <a:off x="9542950" y="4635684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Database Administrator</a:t>
            </a:r>
          </a:p>
        </p:txBody>
      </p:sp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4C5B759-93CB-5B5A-B1D2-2E3C42747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678" y="2724912"/>
            <a:ext cx="3959352" cy="97425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6" descr="Aerial view of housing community">
            <a:extLst>
              <a:ext uri="{FF2B5EF4-FFF2-40B4-BE49-F238E27FC236}">
                <a16:creationId xmlns:a16="http://schemas.microsoft.com/office/drawing/2014/main" id="{51AC207D-A9B0-4F5D-439C-01FA3A8B2DB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8655" r="186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97583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{075B2E26-12BE-4423-8AB4-9F5E934B8B14}tf11429527_win32</Template>
  <TotalTime>127</TotalTime>
  <Words>337</Words>
  <Application>Microsoft Office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Calibri</vt:lpstr>
      <vt:lpstr>Century Gothic</vt:lpstr>
      <vt:lpstr>Karla</vt:lpstr>
      <vt:lpstr>Roboto</vt:lpstr>
      <vt:lpstr>Univers Condensed Light</vt:lpstr>
      <vt:lpstr>Wingdings</vt:lpstr>
      <vt:lpstr>Office Theme</vt:lpstr>
      <vt:lpstr>Neighbourhood Watch App</vt:lpstr>
      <vt:lpstr>Introduction</vt:lpstr>
      <vt:lpstr>Survey of existing websites</vt:lpstr>
      <vt:lpstr>Technology Stack</vt:lpstr>
      <vt:lpstr>Development Workflow</vt:lpstr>
      <vt:lpstr>Features &amp; Functionality</vt:lpstr>
      <vt:lpstr>Team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MEKALA SRAVANTHI .</dc:creator>
  <cp:lastModifiedBy>MEKALA SRAVANTHI .</cp:lastModifiedBy>
  <cp:revision>1</cp:revision>
  <dcterms:created xsi:type="dcterms:W3CDTF">2025-01-30T06:08:27Z</dcterms:created>
  <dcterms:modified xsi:type="dcterms:W3CDTF">2025-02-10T07:47:56Z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